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706298-19C9-D86F-7C42-32AF0173A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4FCB14D-CD01-238C-81F2-F02173E35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49958E-1119-2E2F-04F5-D9DF4A49E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BCE3E-48BC-41D0-AD3C-1E63576CBC75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B57312-BD46-EF67-7A61-9310444AE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8A7C1A-07EB-C81E-2279-77A7C404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3646-2693-4055-84B2-98AD52323D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9160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0AECC6-6976-5000-ED3C-1A7081877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9C6843-9B85-A8A3-334B-3C7F3CE4D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1EC7F4-339A-A23E-945A-F40DEAD54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BCE3E-48BC-41D0-AD3C-1E63576CBC75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484194-6071-BF0E-F523-F38415779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5CF465-A424-BFA0-B20C-C666FCED5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3646-2693-4055-84B2-98AD52323D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926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940FF8-CAF6-5A83-EA9D-98295895C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0FCF491-56AA-F5BC-A941-0EBBA5087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75ACEB-073C-41CB-A714-BE41A8730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BCE3E-48BC-41D0-AD3C-1E63576CBC75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78E713-A40D-8B75-F42B-2446CDD91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E550FF-E350-B12F-C6F0-5188591F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3646-2693-4055-84B2-98AD52323D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2537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C5A449-C8EA-1D73-3F98-2E4D6E468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CF2157-1236-030D-4B23-E822C3520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BACB13A-4202-1F72-7A43-DD977A4D3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3BA47C6-EE69-4050-20D2-2EF385E8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BCE3E-48BC-41D0-AD3C-1E63576CBC75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1D8AEC-E889-0943-C668-E97F47E30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D9AEE4-5B1A-760C-6C2E-984479E77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3646-2693-4055-84B2-98AD52323D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5696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8C95E5-07FF-3A8F-BB66-6AD68CCCB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97DE93-67F2-B76E-F0B7-EE27A71AA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EDB5EFB-2D70-361F-59FE-A413D29D8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984277B-280F-675C-8AD5-D10BE9D9E0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007DFF1-B07D-8663-3AF8-DBE71230F7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08B2A1F-DBDD-5B13-4906-A9EFC26B5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BCE3E-48BC-41D0-AD3C-1E63576CBC75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F580720-7030-058B-142E-615A2F7CC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0D82AA-65F9-82E9-EF78-260D95B72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3646-2693-4055-84B2-98AD52323D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6866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6C9B91-D26B-62EF-E8FE-415AA5CD8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4DAA748-3E7A-DCB4-BC3E-F2B9C0541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BCE3E-48BC-41D0-AD3C-1E63576CBC75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C57908D-295A-727C-A3ED-2597B6D5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D0CC1B-A60F-DC29-6824-E7360B147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3646-2693-4055-84B2-98AD52323D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5447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2864D0E-7C4E-9460-1FDC-90D9DEA1C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BCE3E-48BC-41D0-AD3C-1E63576CBC75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C445CAA-70FD-1463-4C3B-CE8F257F5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E90315-50B6-1420-49AF-E6A0B512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3646-2693-4055-84B2-98AD52323D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3683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979558-8189-62D0-24EA-F99459616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9FF155-8262-7073-DBD5-1FEE903EA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76FF961-13F5-7519-004B-FA62E23DBD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8593A2C-A7BA-5A80-7AEE-C87D4AF71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BCE3E-48BC-41D0-AD3C-1E63576CBC75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1022ACA-70A1-705C-D04C-683BEB0E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8C006AF-D677-086D-F139-19F65E9AB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3646-2693-4055-84B2-98AD52323D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6436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DC1CF5-E085-2597-F04F-EE203CA97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2F8033A-F20C-68B9-6DBA-08B2DE2D9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C719972-F36D-0C1A-D211-123F35D27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76C1918-2C8B-011D-B68E-5447A10C3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BCE3E-48BC-41D0-AD3C-1E63576CBC75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390CE74-8525-B5CC-7F60-8CE6657D3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BF58C23-4380-FDF2-94E6-1250902CF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3646-2693-4055-84B2-98AD52323D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2251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819133-6DE4-65DF-1FDA-65C63991D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3E255F5-213A-7632-E173-7A857E963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98B2AB-0124-4C26-DA35-26006C8FE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BCE3E-48BC-41D0-AD3C-1E63576CBC75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F47B74-3971-D5F5-F80D-1C7A7908C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E3758E-CF47-67B1-F40D-4980F8D6A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3646-2693-4055-84B2-98AD52323D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3080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D044C58-82A1-0CDC-1BDE-1DA565F34E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B467EDA-E2FD-E221-1F46-A57806083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F11CC1-4276-9F64-C886-9FDBA5B6F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BCE3E-48BC-41D0-AD3C-1E63576CBC75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CB8D30-0621-DF38-7B24-7292F9607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F4A63C-5393-B9B3-4E6A-865B57166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3646-2693-4055-84B2-98AD52323D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2192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70CD0AD-3D1D-2518-C3B4-51D917AA0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ED2ADE-E398-D96C-FC0A-4B17E9A64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C21896-C8DD-CF7D-265C-A0E38C710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ABCE3E-48BC-41D0-AD3C-1E63576CBC75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129FFF-B304-0982-CB13-CCDE580600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1ABE77-5482-533B-7F71-72A301653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093646-2693-4055-84B2-98AD52323D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105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69BEF9C-7F1D-E34A-0CFD-07AAB1F59BD5}"/>
              </a:ext>
            </a:extLst>
          </p:cNvPr>
          <p:cNvSpPr txBox="1"/>
          <p:nvPr/>
        </p:nvSpPr>
        <p:spPr>
          <a:xfrm>
            <a:off x="5392993" y="394503"/>
            <a:ext cx="1499420" cy="4616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BPI r=35 ?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FE42B45-1368-135A-E9FD-191FB89E08AB}"/>
              </a:ext>
            </a:extLst>
          </p:cNvPr>
          <p:cNvSpPr txBox="1"/>
          <p:nvPr/>
        </p:nvSpPr>
        <p:spPr>
          <a:xfrm>
            <a:off x="3653907" y="1155116"/>
            <a:ext cx="1360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BPI &lt;=-0,4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02F2F81-CA95-E2C8-ED08-1B10F4F8C8CC}"/>
              </a:ext>
            </a:extLst>
          </p:cNvPr>
          <p:cNvSpPr txBox="1"/>
          <p:nvPr/>
        </p:nvSpPr>
        <p:spPr>
          <a:xfrm>
            <a:off x="7792671" y="1339782"/>
            <a:ext cx="1226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BPI &gt;=0,5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7DC1250-3EA5-33C2-F8D2-E38C050B2A67}"/>
              </a:ext>
            </a:extLst>
          </p:cNvPr>
          <p:cNvSpPr txBox="1"/>
          <p:nvPr/>
        </p:nvSpPr>
        <p:spPr>
          <a:xfrm>
            <a:off x="6095998" y="1821730"/>
            <a:ext cx="1597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-0,4&lt;BPI&lt;0,5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76C9685-EE98-D217-DDAF-258A6A53EF4F}"/>
              </a:ext>
            </a:extLst>
          </p:cNvPr>
          <p:cNvSpPr txBox="1"/>
          <p:nvPr/>
        </p:nvSpPr>
        <p:spPr>
          <a:xfrm>
            <a:off x="2222089" y="2276237"/>
            <a:ext cx="155349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Pied de dune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674B451-71C9-CFFA-58E8-0B6C0E99F6B2}"/>
              </a:ext>
            </a:extLst>
          </p:cNvPr>
          <p:cNvSpPr txBox="1"/>
          <p:nvPr/>
        </p:nvSpPr>
        <p:spPr>
          <a:xfrm>
            <a:off x="8775290" y="2276237"/>
            <a:ext cx="8701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Crête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FBC6CA5-D789-209E-8F3A-FD52114772C5}"/>
              </a:ext>
            </a:extLst>
          </p:cNvPr>
          <p:cNvSpPr txBox="1"/>
          <p:nvPr/>
        </p:nvSpPr>
        <p:spPr>
          <a:xfrm>
            <a:off x="8775290" y="3156294"/>
            <a:ext cx="2008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pente &gt;=0,15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CDBD1EA-3E7F-8C4D-E60E-0BE30FD340FB}"/>
              </a:ext>
            </a:extLst>
          </p:cNvPr>
          <p:cNvSpPr txBox="1"/>
          <p:nvPr/>
        </p:nvSpPr>
        <p:spPr>
          <a:xfrm>
            <a:off x="6268980" y="3695977"/>
            <a:ext cx="259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0,15&gt;pente &gt;0,05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ABA74F1-8902-C48B-6D68-9E57C8199349}"/>
              </a:ext>
            </a:extLst>
          </p:cNvPr>
          <p:cNvSpPr txBox="1"/>
          <p:nvPr/>
        </p:nvSpPr>
        <p:spPr>
          <a:xfrm>
            <a:off x="4087449" y="3134920"/>
            <a:ext cx="1587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pente&lt;=0,05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9810DAC-9D65-8D4C-167A-987AD3098136}"/>
              </a:ext>
            </a:extLst>
          </p:cNvPr>
          <p:cNvSpPr txBox="1"/>
          <p:nvPr/>
        </p:nvSpPr>
        <p:spPr>
          <a:xfrm>
            <a:off x="2312422" y="4862604"/>
            <a:ext cx="1372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MNT &lt;= -33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BDE9E73-9567-1E9B-AAC9-20F342BCDB8B}"/>
              </a:ext>
            </a:extLst>
          </p:cNvPr>
          <p:cNvSpPr txBox="1"/>
          <p:nvPr/>
        </p:nvSpPr>
        <p:spPr>
          <a:xfrm>
            <a:off x="6341798" y="4922466"/>
            <a:ext cx="1372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MNT &gt;= -27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DE37991-7D72-AF89-C385-5B2518382AA8}"/>
              </a:ext>
            </a:extLst>
          </p:cNvPr>
          <p:cNvSpPr txBox="1"/>
          <p:nvPr/>
        </p:nvSpPr>
        <p:spPr>
          <a:xfrm>
            <a:off x="4291778" y="5456889"/>
            <a:ext cx="20020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-33&lt;MNT &lt; -27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A17068E9-366E-11D9-B8ED-6A55FF55D9DD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flipH="1">
            <a:off x="2998838" y="856168"/>
            <a:ext cx="3143865" cy="14200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25AA9D9F-3B38-E011-32DF-423058674AC2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6095998" y="856168"/>
            <a:ext cx="46705" cy="14200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9EECEAE0-88C0-1F51-BBF2-F8FBA4D4DC30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>
            <a:off x="6142703" y="856168"/>
            <a:ext cx="3067664" cy="14200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841AE1EA-F551-360F-6645-C73BB50FC8C1}"/>
              </a:ext>
            </a:extLst>
          </p:cNvPr>
          <p:cNvSpPr txBox="1"/>
          <p:nvPr/>
        </p:nvSpPr>
        <p:spPr>
          <a:xfrm>
            <a:off x="5392993" y="2285291"/>
            <a:ext cx="1553496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fr-FR" dirty="0"/>
              <a:t>Pente Evans ?</a:t>
            </a: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E23F5774-96CA-CF9B-5509-C6446D3BBD7C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6123037" y="2645568"/>
            <a:ext cx="4823953" cy="14783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DF8D7BC4-B191-35CD-4DC0-F26E540CD47A}"/>
              </a:ext>
            </a:extLst>
          </p:cNvPr>
          <p:cNvCxnSpPr>
            <a:cxnSpLocks/>
            <a:stCxn id="28" idx="2"/>
            <a:endCxn id="45" idx="0"/>
          </p:cNvCxnSpPr>
          <p:nvPr/>
        </p:nvCxnSpPr>
        <p:spPr>
          <a:xfrm>
            <a:off x="6169741" y="2654623"/>
            <a:ext cx="2694957" cy="14914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98FAD188-8E88-9C7A-9D92-8BA08C91E34E}"/>
              </a:ext>
            </a:extLst>
          </p:cNvPr>
          <p:cNvCxnSpPr>
            <a:cxnSpLocks/>
            <a:stCxn id="28" idx="2"/>
            <a:endCxn id="44" idx="0"/>
          </p:cNvCxnSpPr>
          <p:nvPr/>
        </p:nvCxnSpPr>
        <p:spPr>
          <a:xfrm flipH="1">
            <a:off x="5172538" y="2654623"/>
            <a:ext cx="997203" cy="1357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E0F9516E-8EB5-F224-2274-A3FF5BA8256B}"/>
              </a:ext>
            </a:extLst>
          </p:cNvPr>
          <p:cNvSpPr txBox="1"/>
          <p:nvPr/>
        </p:nvSpPr>
        <p:spPr>
          <a:xfrm>
            <a:off x="4440344" y="4012083"/>
            <a:ext cx="1464387" cy="64633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Plat</a:t>
            </a:r>
          </a:p>
          <a:p>
            <a:pPr algn="ctr"/>
            <a:r>
              <a:rPr lang="fr-FR" dirty="0"/>
              <a:t>Profondeur?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176B0373-90A3-B3C0-B785-2AFFC96A9ABD}"/>
              </a:ext>
            </a:extLst>
          </p:cNvPr>
          <p:cNvSpPr txBox="1"/>
          <p:nvPr/>
        </p:nvSpPr>
        <p:spPr>
          <a:xfrm>
            <a:off x="8070740" y="4146098"/>
            <a:ext cx="158791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Pente douce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057CF226-E4C6-1033-9144-2A41321CFDDA}"/>
              </a:ext>
            </a:extLst>
          </p:cNvPr>
          <p:cNvSpPr txBox="1"/>
          <p:nvPr/>
        </p:nvSpPr>
        <p:spPr>
          <a:xfrm>
            <a:off x="10272250" y="4123940"/>
            <a:ext cx="134947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Pente raide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0F12CD6E-800A-4433-49BC-657065644810}"/>
              </a:ext>
            </a:extLst>
          </p:cNvPr>
          <p:cNvSpPr txBox="1"/>
          <p:nvPr/>
        </p:nvSpPr>
        <p:spPr>
          <a:xfrm>
            <a:off x="668593" y="6006818"/>
            <a:ext cx="15534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Plat profond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FF7DA281-DA25-2BC7-5B6A-E49E9595E69E}"/>
              </a:ext>
            </a:extLst>
          </p:cNvPr>
          <p:cNvSpPr txBox="1"/>
          <p:nvPr/>
        </p:nvSpPr>
        <p:spPr>
          <a:xfrm>
            <a:off x="3257549" y="6024927"/>
            <a:ext cx="14219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Plat moyen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528678F9-430F-2F2A-4F42-E272B9906256}"/>
              </a:ext>
            </a:extLst>
          </p:cNvPr>
          <p:cNvSpPr txBox="1"/>
          <p:nvPr/>
        </p:nvSpPr>
        <p:spPr>
          <a:xfrm>
            <a:off x="6508330" y="6001832"/>
            <a:ext cx="18976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Plat peu profond</a:t>
            </a:r>
          </a:p>
        </p:txBody>
      </p: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3886F5EA-5FF3-CC4A-2F5A-CF963AE3D8CA}"/>
              </a:ext>
            </a:extLst>
          </p:cNvPr>
          <p:cNvCxnSpPr>
            <a:cxnSpLocks/>
            <a:stCxn id="44" idx="2"/>
            <a:endCxn id="50" idx="0"/>
          </p:cNvCxnSpPr>
          <p:nvPr/>
        </p:nvCxnSpPr>
        <p:spPr>
          <a:xfrm flipH="1">
            <a:off x="1445341" y="4658414"/>
            <a:ext cx="3727197" cy="13484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3FBA89EE-75D0-A2D7-77D3-6049DB25682D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 flipH="1">
            <a:off x="3968545" y="4658414"/>
            <a:ext cx="1203993" cy="13665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40DDEDB5-1101-D0B5-E888-AA8681CB829A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5172538" y="4658414"/>
            <a:ext cx="2284607" cy="13434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4691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</Words>
  <Application>Microsoft Office PowerPoint</Application>
  <PresentationFormat>Grand écran</PresentationFormat>
  <Paragraphs>20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Léonie MOREAU</dc:creator>
  <cp:lastModifiedBy>Léonie MOREAU</cp:lastModifiedBy>
  <cp:revision>1</cp:revision>
  <dcterms:created xsi:type="dcterms:W3CDTF">2026-06-04T09:58:19Z</dcterms:created>
  <dcterms:modified xsi:type="dcterms:W3CDTF">2026-06-04T10:00:53Z</dcterms:modified>
</cp:coreProperties>
</file>